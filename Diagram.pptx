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6" y="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21:32:32.7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361 1617 24575,'4'2'0,"0"-1"0,0 1 0,0 0 0,-1 0 0,1 0 0,0 0 0,-1 0 0,1 1 0,-1 0 0,4 3 0,11 8 0,37 17 0,2-2 0,1-2 0,1-3 0,0-3 0,68 14 0,-55-17 0,1-3 0,0-4 0,133 3 0,-179-12 0,0 0 0,32 7 0,-29-4 0,44 3 0,387-7-496,-220-3 310,-57-11 186,-4-1 0,834 15-1370,-826 13 1370,-14-1 0,50 3 0,-99-5 0,-8 1 0,54 2 0,1-1-238,19 0-38,-147-13 269,-4-1 35,0 1-1,0 3 0,64 11 1,-65-8 510,0-2 1,1-1 0,71-4 0,-45-1-231,-159-23-308,-97-4 0,27 3 0,-49 0 0,-50-1-1119,14 1 1119,-179-28-3219,-112-13 2316,126 12 296,-219-29 717,482 65-80,-193-20 76,245 26 409,56 7 32,-55-2 0,72 7 448,0-2 0,0 0 0,-47-15 0,71 18-995,1 0 1,0 0-1,-1 0 0,1 0 1,0 0-1,-1 0 0,1 0 1,0 0-1,-1 0 0,1 0 1,0 0-1,-1 0 0,1 0 1,0-1-1,-1 1 0,1 0 1,0 0-1,0 0 0,-1-1 1,1 1-1,0 0 0,0 0 1,-1 0-1,1-1 0,0 1 1,0 0-1,0-1 0,-1 1 1,1 0-1,0 0 0,0-1 1,0 1-1,0 0 0,0-1 1,0 1-1,0 0 0,0-1 1,0 1-1,0-1 0,13-7 4,22-1-8,295 5 4,-177 6 0,-7 1 0,157-6 0,-204-9 0,-54 5 0,55-1 0,450 9 0,-519-2 0,58-12 0,-58 8 0,57-4 0,-32 6 0,61-11 0,-53 5 0,-40 6 0,-1-1 0,0-1 0,34-13 0,-57 18 0,1 0 0,-1 0 0,0 0 0,1 0 0,-1 0 0,0 0 0,0 0 0,1 0 0,-1 0 0,0-1 0,1 1 0,-1 0 0,0 0 0,0 0 0,1 0 0,-1-1 0,0 1 0,0 0 0,0 0 0,1 0 0,-1-1 0,0 1 0,0 0 0,0 0 0,1-1 0,-1 1 0,0 0 0,0 0 0,0-1 0,0 1 0,0 0 0,0-1 0,0 1 0,0 0 0,0-1 0,0 1 0,0 0 0,0 0 0,0-1 0,0 1 0,0 0 0,0-1 0,0 1 0,0 0 0,0 0 0,0-1 0,0 1 0,-1 0 0,1 0 0,0-1 0,0 1 0,-1-1 0,-20-11 0,-30-3 0,19 10 0,-62-2 0,64 6 0,0-1 0,-43-9 0,27 4-118,-1 2 1,0 2-1,-94 5 0,35 1 11,-1102-3-1003,1163 2 1024,-53 10-1,-31 1-61,86-10 148,-48 10 0,19-2 0,-66 13 145,85-13 144,-106 7 1,151-18 20,5 0-244,-1 0-1,1 0 1,0 0-1,-1 0 1,1 0-1,-1 1 1,1 0-1,0-1 0,0 1 1,-1 0-1,1 1 1,0-1-1,-4 3 1,7-4-64,0 0-1,0 1 1,0-1-1,0 0 1,0 1-1,0-1 1,0 0-1,0 0 1,0 1-1,0-1 1,0 0 0,1 1-1,-1-1 1,0 0-1,0 1 1,0-1-1,0 0 1,0 0-1,1 1 1,-1-1 0,0 0-1,0 0 1,0 1-1,1-1 1,-1 0-1,0 0 1,0 1-1,1-1 1,-1 0-1,0 0 1,0 0 0,1 0-1,-1 0 1,0 0-1,1 1 1,-1-1-1,0 0 1,1 0-1,-1 0 1,0 0 0,1 0-1,-1 0 1,0 0-1,1 0 1,-1 0-1,1-1 1,17 5-17,38 1 15,-1-3 0,79-7 0,-47-8 0,-53 8 0,57-4 0,76-4 0,11-1 0,-138 13 0,53-10 0,-51 4 0,48 0 0,101-6-270,11-1-23,-165 13 293,54-10 0,26-2 0,-115 13 0,55-1 0,93-13 0,-70 5 0,0 3 0,122 8 0,-63 0 0,20-2 563,-246 2-563,-121 17 0,23 3 0,-47 4 0,-9 1-786,-87-1 629,113-12 157,8-2 0,90-4-75,-130-8 0,-56 3-40,191 10 115,59-6 0,-63 1 0,38-9 604,47 1-189,28-1-278,10 1-85,1334 0-5184,-1169-8 4462,279-51 0,-340 41 580,746-155-34,-623 112 104,118-37 215,40-21 759,-378 115-943,114-39 2360,206-99 0,-330 140-2303,-1 0 0,0 0 1,1 0-1,-1 0 0,0-1 1,0 1-1,0-1 0,-1 0 0,1 1 1,0-1-1,3-6 0,-6 8-69,0 1-1,0-1 0,1 0 1,-1 0-1,0 1 0,0-1 1,0 0-1,0 0 0,0 1 1,0-1-1,0 0 0,0 0 1,0 1-1,0-1 0,0 0 1,0 0-1,0 1 0,-1-1 0,1 0 1,0 0-1,-1 1 0,0-2 1,0 0 3,-1 1-1,1-1 1,-1 1 0,1 0 0,-1 0 0,0 0-1,0-1 1,1 2 0,-1-1 0,0 0 0,0 0-1,-3 0 1,-56-15-2,-122-16 0,-76 10-128,131 12-1035,-197 8-1,152 4 1358,-71-4-194,-259 5 0,-160 74-1520,395-38 1134,-327 65-595,161-38 1170,362-59-144,-49 7-52,82-9 1154,1-1-1,-58-3 1,157-33 334,400-155-1481,-189 101 0,-159 51 0,266-66-817,-76 48 270,-297 52 518,72-13 228,-1 4 0,96-2 1,-51 13 26,-123-1-218,1 0 0,0 1 0,0-1 0,0 0 0,0 0 0,0 0 0,0 0 1,0 0-1,0 0 0,0 0 0,0 0 0,0 0 0,-1 0 0,1 0 0,0 0 0,0 0 1,0 1-1,0-1 0,0 0 0,0 0 0,0 0 0,0 0 0,0 0 0,0 0 1,0 0-1,0 0 0,0 0 0,0 1 0,0-1 0,0 0 0,0 0 0,0 0 0,0 0 1,0 0-1,0 0 0,0 0 0,0 0 0,0 0 0,0 1 0,0-1 0,0 0 1,0 0-1,0 0 0,1 0 0,-1 0 0,0 0 0,0 0 0,0 0 0,0 0 0,0 0 1,0 0-1,0 0 0,0 0 0,0 1 0,0-1 0,0 0 0,1 0 0,-1 0 0,0 0 1,0 0-1,0 0 0,0 0 0,0 0 0,0 0 0,0 0 0,-12 9 76,-17 9-134,-95 42-15,-3-5 0,-157 46 0,-275 48-1698,21-52 1763,374-84 45,6 0-774,35-3 730,-198-8 0,147-5 361,166 3-152,0-1 1,-1 0-1,1-1 1,0 1-1,0-2 1,-10-3-1,17 5-172,0 1-1,0-1 1,-1 1-1,1-1 1,0 1-1,0-1 1,0 0-1,0 0 1,0 0-1,0 1 1,0-1-1,1 0 1,-1 0-1,0 0 1,0 0 0,1 0-1,-1-1 1,1 1-1,-2-2 1,2 2-36,1-1 0,-1 1 1,0 0-1,1-1 0,-1 1 0,1 0 1,-1-1-1,1 1 0,0 0 0,-1 0 1,1-1-1,0 1 0,0 0 1,0 0-1,0 0 0,0 0 0,0 0 1,0 1-1,0-1 0,0 0 0,1 0 1,-1 1-1,1-2 0,31-16-2,1 2 0,0 1 0,1 1 0,49-11 0,-17 4 0,511-143-2222,-439 135 2222,323-55 0,-249 54 0,268-23 0,-169 28 0,-133 11-332,37-1-112,295 16 548,-504 0 87,0-1-1,-1 1 1,1 0 0,-1 0 0,10 4-1,-15-5-150,0 1 0,0-1 0,-1 0-1,1 0 1,0 1 0,-1-1 0,1 0-1,0 1 1,-1-1 0,1 1 0,-1-1 0,1 1-1,-1-1 1,1 1 0,-1 0 0,1-1-1,-1 1 1,1-1 0,-1 1 0,0 0 0,1-1-1,-1 1 1,0 1 0,0-1-3,0 0 0,-1 0-1,1 0 1,-1 0 0,1 0 0,-1 0 0,1 0 0,-1 0 0,0 0 0,0 0-1,1 0 1,-1 0 0,0 0 0,0 0 0,0-1 0,0 1 0,0 0 0,0-1-1,0 1 1,-2 0 0,-41 23-30,-1-1 0,-93 30 0,20-8-7,42-18-201,-142 32-1,40-13-426,-279 59 628,278-68 0,-374 69 0,145-41 0,82-32 0,213-22-26,-73 3-104,118-12 772,45 0-574,0-1 0,0-2 0,0 0 0,0-1 1,0-1-1,0-1 0,-22-7 0,44 10-68,-1 1 0,0-1 0,0 1 0,1-1 0,-1 0 0,0 0 0,1 0 0,-1 0 0,0 0 0,1 0 0,0 0 0,-1 0 0,1-1 0,0 1 0,-1-1 0,1 1 0,0-1 0,0 1 0,0-1 0,1 1 0,-1-1 0,0 0 0,0 0 0,1 1 0,-1-5 0,1 3 0,0 0 0,1 0 0,0 0 0,-1 0 0,1 0 0,0 0 0,1 0 0,-1 0 0,0 0 0,1 1 0,0-1 0,-1 0 0,5-4 0,7-7 0,1 0 0,0 1 0,27-19 0,333-204-143,-232 160-237,215-81 0,167-18 192,-219 107-944,-158 39 385,219-24 747,-283 43 0,25 3 17,138 7 0,-95 2 2683,-119-3-2577,39 1-13,-66 1-110,-1-1 0,1 1 1,-1 0-1,1 0 0,-1 0 0,0 0 1,0 1-1,1 0 0,-1 0 0,0 0 1,-1 0-1,6 4 0,-8-5 0,0 0 0,-1 0 0,1 1 0,0-1 0,0 0 0,-1 1 0,1-1 0,-1 0 0,1 1 0,-1-1 0,1 1 0,-1-1 0,0 1 0,0-1 0,0 1 0,0-1 0,0 1 0,0-1 0,0 1 0,0-1 0,-1 1 0,1-1 0,0 0 0,-1 1 0,1-1 0,-1 1 0,0-1 0,1 0 0,-1 0 0,0 1 0,0-1 0,0 0 0,0 0 0,0 0 0,0 0 0,0 0 0,-2 1 0,-46 40 0,45-39 0,-105 68-336,-2-5-1,-194 83 1,-218 57-1124,273-112 984,-133 31-390,168-59 501,-169 38 336,313-86-48,-291 63-456,136-44 1095,172-30 767,-19 4-20,-116 2 1,128-12-1028,-62-3-259,121 2-23,0 0 0,0 0 0,0 0 0,0 0 0,1-1 0,-1 1 0,0 0 0,0-1 0,0 0 0,1 1 0,-1-1 0,0 0 0,1 0 0,-1 1 0,0-1 0,1-1 0,-1 1 0,1 0 0,0 0 0,-1 0 0,1-1 0,0 1 0,0-1 0,-1-1 0,1 1 0,1-1 0,0 1 0,0 0 0,0 0 0,0 0 0,0 0 0,0-1 0,1 1 0,-1 0 0,1 0 0,-1 0 0,1 0 0,0 0 0,0 0 0,0 0 0,0 0 0,1-2 0,8-10 0,0 1 0,1 0 0,24-22 0,74-63-169,4 5-1,139-87 1,274-114-14,-463 263 183,9-5 0,96-33 0,218-70-112,-178 78 44,-168 52 281,0 2 0,0 1 0,55 0 0,-92 6-212,0-1 0,1 1 0,-1 1 0,0-1 0,0 0 0,1 1 0,-1-1 0,0 1 0,0 0 0,0 0-1,0 0 1,0 1 0,0-1 0,0 1 0,-1-1 0,1 1 0,0 0 0,-1 0 0,1 0 0,-1 1 0,4 3 0,-4-1-1,1 1 0,-1-1 0,0 1-1,-1-1 1,1 1 0,-1 0 0,0 0 0,0 0 0,-1 0 0,0-1-1,0 9 1,-2 20 0,-2 0 0,0 0 0,-3-1 0,-1 1 0,-22 59 0,0-19 0,-55 96 0,63-133 0,-2-1 0,-1-1 0,-2-1 0,-1-1 0,-37 33 0,2-10 0,-118 78 0,76-68 0,-3-4 0,-192 78 0,243-116 0,0-3 0,-118 28 0,152-43 0,16-4 0,0 0 0,0 0 0,0 0 0,0-1 0,-14 0 0,20-1 0,0 0 0,0 0 0,1 0 0,-1-1 0,0 1 0,0 0 0,1 0 0,-1-1 0,0 1 0,0 0 0,1-1 0,-1 1 0,0-1 0,1 1 0,-1-1 0,1 1 0,-1-1 0,1 1 0,-1-1 0,1 0 0,-1 1 0,1-1 0,-1 0 0,0-1 0,1 0 0,0 0 0,-1 0 0,1 0 0,0 0 0,0 0 0,1 1 0,-1-1 0,0 0 0,0 0 0,1 0 0,-1 0 0,1 0 0,1-1 0,7-17 0,1 1 0,1 1 0,1 0 0,0 0 0,28-28 0,-8 8 0,61-68 0,148-129 0,-233 227 0,61-53 0,3 3 0,115-71 0,-128 95 0,1 2 0,1 3 0,2 3 0,86-25 0,-71 35 0,-78 16 0,0 0 0,0 0 0,1 0 0,-1 0 0,0 0 0,0 0 0,0 0 0,0 0 0,0 0 0,1 0 0,-1 0 0,0 0 0,0 0 0,0 0 0,0 0 0,0 0 0,1 0 0,-1 0 0,0 0 0,0 0 0,0 0 0,0 0 0,0 1 0,0-1 0,0 0 0,1 0 0,-1 0 0,0 0 0,0 0 0,0 0 0,0 0 0,0 0 0,0 0 0,0 1 0,0-1 0,0 0 0,0 0 0,1 0 0,-1 0 0,0 0 0,0 0 0,0 1 0,0-1 0,0 0 0,0 0 0,0 0 0,0 0 0,0 0 0,0 1 0,0-1 0,0 0 0,0 0 0,0 0 0,0 0 0,0 0 0,-1 0 0,1 1 0,0-1 0,-7 11 0,-15 10 0,-254 176 0,28-56 0,204-118 0,-33 13 0,-94 31 0,75-31 0,-139 33 0,152-48 0,-117 32 0,199-52-38,-1-1 0,1 0 0,0 0 1,0 1-1,0-1 0,0 0 0,-1 0 0,1 0 0,0 0 0,0 0 0,0-1 0,0 1 0,0 0 0,-1 0 0,1-1 0,0 1 1,0-1-1,0 1 0,0-1 0,0 1 0,0-1 0,0 0 0,0 0 0,0 1 0,1-1 0,-1 0 0,0 0 0,0 0 0,1 0 1,-1 0-1,0 0 0,1 0 0,-1 0 0,1 0 0,-1-1 0,-4-12-6788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21:32:36.44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470 1058 24575,'5'0'0,"37"0"0,52-6 0,-83 4 0,0 0 0,0 0 0,0-1 0,0 0 0,0-1 0,-1 0 0,1-1 0,-1 0 0,17-12 0,-19 9 0,0-1 0,-1 0 0,0 0 0,0-1 0,-1 0 0,0 0 0,-1 0 0,-1-1 0,1 1 0,-1-1 0,2-13 0,1 4 0,0 0 0,12-21 0,-3 13 0,1 1 0,1 1 0,2 1 0,1 0 0,25-23 0,0 1 0,-27 26 0,0 1 0,2 1 0,38-28 0,-58 47 0,0-1 0,0 0 0,0 1 0,0-1 0,1 0 0,-1 1 0,0-1 0,-1 0 0,1 0 0,0 0 0,0 0 0,0 0 0,0 0 0,-1 0 0,1 0 0,0 0 0,-1-1 0,1 1 0,-1 0 0,1 0 0,-1-2 0,0 2 0,-1 1 0,0-1 0,0 1 0,0-1 0,1 1 0,-1-1 0,0 1 0,0 0 0,0 0 0,0-1 0,0 1 0,1 0 0,-1 0 0,0 0 0,0 0 0,0 0 0,0 0 0,0 0 0,0 0 0,0 1 0,1-1 0,-1 0 0,0 0 0,0 1 0,0-1 0,0 1 0,1-1 0,-1 1 0,0-1 0,0 1 0,0 0 0,-13 6 0,0 0 0,0 1 0,1 1 0,0 0 0,-19 18 0,-56 65 0,11-12 0,47-52 0,10-9 0,0-1 0,-33 24 0,44-37 0,1 0 0,-1-1 0,0 0 0,-1 0 0,1 0 0,0-2 0,-1 1 0,0-1 0,0 0 0,-14 0 0,-2-1 0,-64 1 0,84-3 0,1 1 0,-1-1 0,0 0 0,1 0 0,-1 0 0,1-1 0,0 1 0,0-2 0,-1 1 0,1 0 0,1-1 0,-8-5 0,9 5 0,1 1 0,0-1 0,-1 0 0,1 0 0,0 0 0,1-1 0,-1 1 0,0 0 0,1-1 0,0 1 0,0-1 0,0 1 0,0-1 0,0-5 0,1-58 0,-2 3 0,-10-30 0,3 0 0,8-181 0,4 124 0,-4 363 0,-12-140 0,8-53 0,2 1 0,-3 29 0,2 10 0,-2 0 0,-27 113 0,32-147 0,1-25 0,1 0 0,-1 0 0,1 0 0,-1 0 0,1 0 0,-1 0 0,1 0 0,-1 0 0,0 0 0,1 0 0,-1 0 0,1 0 0,-1-1 0,1 1 0,-1 0 0,1 0 0,-1-1 0,0 1 0,1 0 0,-1-1 0,1 1 0,-1 0 0,0-1 0,1 1 0,-1 0 0,0-1 0,0 1 0,1-1 0,29-39 0,-1-10 0,-2 0 0,-2-2 0,21-66 0,-36 90 0,1 0 0,25-45 0,-40 106 0,-10 8 0,-2 0 0,-2-1 0,-1-1 0,-2-1 0,-49 66 0,38-63 0,-85 99 0,102-125 0,-2 1 0,0-2 0,0 0 0,-1-1 0,-1-1 0,-22 11 0,38-22 0,-53 21 0,55-22 0,0 0 0,1 1 0,-1-1 0,0 0 0,0 1 0,0-1 0,0 0 0,1 0 0,-1 0 0,0 0 0,0 1 0,0-1 0,0-1 0,0 1 0,1 0 0,-1 0 0,0 0 0,0 0 0,0 0 0,0-1 0,1 1 0,-1 0 0,0-1 0,0 1 0,1-1 0,-1 1 0,0-1 0,1 1 0,-1-1 0,0 1 0,1-1 0,-1 0 0,1 1 0,-1-1 0,1 0 0,-1 0 0,1 1 0,-1-1 0,1 0 0,0 0 0,0 0 0,-1 1 0,1-1 0,0 0 0,0 0 0,0 0 0,0 0 0,0 1 0,0-1 0,0 0 0,0 0 0,0 0 0,0 0 0,0 0 0,1 1 0,-1-1 0,0 0 0,1 0 0,-1 0 0,1-1 0,6-15 0,1 0 0,1 1 0,0 0 0,13-17 0,2-5 0,184-320 0,-190 330 0,1 1 0,1 1 0,1 1 0,1 0 0,1 2 0,1 1 0,1 0 0,1 2 0,1 1 0,44-24 0,-68 43-44,-1-1 0,0 0 0,-1-1 0,1 1 0,0 0 0,0 0 0,0-1 0,-1 1 0,1-1 0,-1 0 0,1 1 0,-1-1 0,1 0 0,-1 0 0,0 0 0,0 0 0,0 0 0,0 0-1,0 0 1,-1 0 0,1 0 0,-1 0 0,1-1 0,-1 1 0,0 0 0,0 0 0,0-1 0,0 1 0,0 0 0,-1-5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21:32:39.7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2126 135 24575,'-1'0'0,"1"0"0,0 0 0,0 0 0,-1-1 0,1 1 0,0 0 0,0 0 0,0-1 0,-1 1 0,1 0 0,0-1 0,0 1 0,0 0 0,0 0 0,0-1 0,0 1 0,0 0 0,0-1 0,0 1 0,0 0 0,0-1 0,0 1 0,0 0 0,0-1 0,0 1 0,0 0 0,0-1 0,0 1 0,0 0 0,0 0 0,0-1 0,0 1 0,1 0 0,-1-1 0,0 1 0,14-10 0,28-4 0,-32 11 0,84-34 0,-72 26 0,1 2 0,0 0 0,1 1 0,-1 2 0,1 0 0,49-4 0,-54 9 0,33 0 0,-49 1 0,0 0 0,-1 1 0,1-1 0,0 1 0,0-1 0,0 1 0,-1 0 0,1 0 0,-1 0 0,1 0 0,0 1 0,-1-1 0,4 3 0,-5-2 0,-1-1 0,1 0 0,-1 1 0,0-1 0,1 0 0,-1 1 0,0-1 0,0 1 0,0-1 0,0 1 0,0-1 0,0 0 0,-1 1 0,1-1 0,0 0 0,-1 1 0,1-1 0,-1 0 0,1 1 0,-1-1 0,0 0 0,1 0 0,-1 1 0,0-1 0,0 0 0,0 0 0,0 0 0,0 0 0,0 0 0,-2 1 0,-34 31 0,-60 27 0,-3-4 0,-165 67 0,128-68-501,-2-6-1,-210 44 0,288-81 347,-391 66-731,144-34 868,89-10 7,56-2 1930,90-16-2019,44-10 153,10-3 48,0 0-1,1 1 0,-1 2 1,1-1-1,1 2 1,-33 17-1,50-24-100,-1 0 0,1 0 0,0 0 0,-1 0 0,1 0 0,0 0 0,-1 1 0,1-1 0,0 0 0,-1 0 0,1 0 0,0 1 0,0-1 0,-1 0 0,1 1 0,0-1 0,0 0 0,0 0 0,-1 1 0,1-1 0,0 0 0,0 1 0,0-1 0,0 0 0,0 1 0,-1-1 0,1 1 0,0-1 0,0 0 0,0 1 0,0-1 0,0 0 0,0 1 0,0-1 0,0 1 0,1-1 0,-1 0 0,0 1 0,0-1 0,0 0 0,0 1 0,0-1 0,1 0 0,-1 1 0,0-1 0,0 0 0,0 0 0,1 1 0,23 7 0,30-4 0,-8-10 0,-1-1 0,82-27 0,-19 5 0,200-46-650,309-56 650,-324 93 0,-207 26 0,-52 7 0,57-4 0,-57 7 0,50-9 0,-50 6 0,52-3 0,-6 9-12,-25 0 52,0-2 0,99-15 0,-131 13 193,0 1 0,30 0 0,-34 2-613,1 0-1,0-2 1,28-5-1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21:32:49.5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6273 742 24575,'37'-1'0,"0"-2"0,-1-2 0,1-1 0,-1-2 0,0-1 0,54-23 0,186-49 0,-92 32 0,-12 9 0,-70 18 0,231-40 0,-199 36 0,-76 14 0,31-3 0,-148 16 0,22-1 0,1 2 0,-72 12 0,-77 13 0,11 0 0,-39-1 0,2 0 0,25 1 0,-158 30 0,292-50 0,25-5 0,0 2 0,0 0 0,-45 15 0,72-19 0,-1 0 0,1 0 0,0 0 0,-1 0 0,1 0 0,0 0 0,-1 0 0,1 0 0,0 0 0,-1 0 0,1 0 0,0 1 0,-1-1 0,1 0 0,0 0 0,-1 0 0,1 0 0,0 1 0,-1-1 0,1 0 0,0 0 0,0 1 0,-1-1 0,1 0 0,0 0 0,0 1 0,0-1 0,-1 0 0,1 1 0,0-1 0,0 0 0,0 1 0,0-1 0,0 0 0,0 1 0,0-1 0,0 0 0,0 1 0,-1-1 0,1 0 0,1 1 0,-1-1 0,0 1 0,18 6 0,35 0 0,-48-7 0,76 11 0,-39-4 0,56 0 0,-65-5 0,53 10 0,-54-6 0,55 1 0,-84-7 0,46 0 0,0 3 0,62 9 0,-68-6 0,72 1 0,-72-6 0,74 12 0,-73-7 0,0-2 0,55-1 0,-54-3 0,-1 2 0,51 9 0,-47-4 0,63 1 0,30 4 0,-50-6 0,-75-7 0,1 1 0,0 1 0,-1 1 0,1 0 0,-1 1 0,0 1 0,28 10 0,-88-8 0,15-4 0,-49 9 0,48-5 0,-52 1 0,-84 7 0,-13-1 0,107-13 0,-136 15 0,118-5 0,-1-5 0,-110-7 0,55-1 0,-437 3 0,645-20 0,21 13 0,161 6 0,-107 3 0,1591-2-5279,-1552 14 5279,-14-1 0,-64-12 0,214 14 0,-33-1 0,-14-2 0,-68-4 1373,-47-5-461,-44 10-728,-64-6 190,64 1 0,132-10 1688,-277 0-2062,0-2 0,-76-18 0,-18-3 0,57 13 0,37 6 0,-54-3 0,-21-4 55,9 1-745,-36-2 550,-27-1 153,-1 1-13,56 2 0,-177-14-1371,74 0 957,27 2 414,-61-6 0,156 18 0,53 6 0,-53-2 0,65 6 422,0-1-1,-51-13 0,71 14-119,127-1 679,7 3-1031,-8-2-348,165 21-1,-213-13 399,92-2 0,-92-4 0,91 11 0,89 4-1043,-29-3 542,20 4-1219,-3 0 162,121 11 1441,316 30-949,-49-4 1247,-269-20 1249,-267-22-1430,41 3 0,-88-11 354,51 10 0,-18-1 2106,24 10-387,-192-19-2073,-1212-4-1216,1264 0 1057,-54-11-1,-30-1-121,38 12 464,35 2 166,-1-3 0,-76-12 0,119 12-137,-22-4 120,30 4-273,19 0-76,111-10 17,-86 5 0,56 0 0,66 10-167,184-5-356,-239-11 523,-65 6 0,55-1 0,806 9 0,-860-3-27,53-9 0,-54 5 0,59-2-1,294 9 827,-1277-1-2415,689-13 1616,15-1 0,-102-3-161,161 8-1492,-513-44 1429,278 26-614,32 0 582,202 16 518,-80-3 671,186 14-456,-1 1-170,0-1 1,0 0 0,0-1-1,1 0 1,-1-1 0,1 0-1,-1-1 1,1-1 0,-13-5-1,24 9-307,1 0 0,0 0 0,0 0 0,0-1 0,0 1 0,0 0 0,0 0 0,0-1 0,-1 1 0,1 0 0,0 0 0,0-1 0,0 1 0,0 0 0,0 0 0,0-1 0,0 1 0,0 0 0,0 0 0,0-1 0,0 1 0,1 0 0,-1 0 0,0-1 0,0 1 0,0 0 0,0 0 0,0-1 0,0 1 0,1 0 0,-1 0 0,0 0 0,0-1 0,0 1 0,0 0 0,1 0 0,-1 0 0,0 0 0,0-1 0,1 1 0,-1 0 0,0 0 0,0 0 0,1 0 0,-1 0 0,0 0 0,0 0 0,1 0 0,-1 0 0,0 0 0,0 0 0,1 0 0,15-7 0,4 1 0,0 2 0,1 1 0,-1 0 0,1 1 0,27 2 0,-20 0 0,0-1 0,35-7 0,16-2-174,0 3-1,1 3 0,82 7 1,-24-1-1038,-43-3 1191,95-13 0,-53 3 21,202 9 0,-156 4 0,208-18-1658,182 3 1227,-352 15 386,286-2 4131,-1326 0-4696,783 2 610,-57 10 0,-13 1 0,-25 0 0,-25 1 0,-17 0 0,-18 0 0,-566-16-2352,251 2 4518,463-2-1440,41 2-723,0-1 1,0 1 0,-1-1 0,1 1 0,0-1 0,0 1 0,0-1 0,0 0 0,0 0 0,0 0 0,1 0 0,-1-1 0,0 1 0,0 0-1,1-1 1,-1 1 0,-1-3 0,3 4-4,0-1 0,0 0 0,0 0 0,0 1 0,0-1 0,0 0 0,0 1 0,0-1 0,0 0 0,0 0 0,0 1 0,0-1 0,0 0 0,1 0 0,-1 1 0,0-1 0,1 0 0,-1 1 0,0-1 0,1 0 0,-1 1 0,1-1 0,-1 1 0,1-1 0,-1 1 0,1-1 0,-1 1 0,1-1 0,0 1 0,-1-1 0,1 1 0,-1 0 0,1-1 0,0 1 0,0 0 0,-1 0 0,1-1 0,0 1 0,1 0 0,39-12 0,-29 9 0,25-6 0,0 1 0,73-6 0,-42 7 0,283-31-1237,-173 15 903,61-4-188,-77 11 522,-36 3 0,101-11-595,119-5-520,-154 16 1115,5 0 0,33 0 9,7-1-115,-155 14 96,131-19 0,-167 15 1711,80 2 0,-243-10-1132,63 4-594,-58 0-1,-64 11 95,-204-5-850,247-10 170,-50-2-368,-82 15 979,-101-2 0,190-12 0,-60-2 0,-38 2-1769,-1 0-138,19 0 1053,1 0 129,15 0 1206,-9-1 26,154 15-374,21 2 188,0-4 0,-110-16 0,144 12-227,-1 1 0,-61 4 0,-31-2 2853,129 1-2778,-1 1 1,1-1-1,-1 1 1,1-1 0,-1 0-1,1-1 1,0 1-1,0-1 1,-1 0-1,-4-3 1,10 5-157,-1-1 0,0 0 1,1 1-1,-1-1 0,1 1 1,-1-1-1,1 1 0,-1-1 1,1 1-1,-1-1 0,1 1 1,-1 0-1,1-1 0,-1 1 0,1 0 1,0 0-1,-1-1 0,1 1 1,-1 0-1,1 0 0,0 0 1,-1 0-1,1-1 0,0 1 1,-1 0-1,1 0 0,0 1 1,-1-1-1,1 0 0,1 0 1,27-3-48,616 1-476,-310 4 323,-9-17 24,-152 3-294,188 11 0,-155 3 310,850-2-330,-1046 1 763,-1-1 1,1 1-1,-1 1 1,1 0-1,-1 0 0,0 1 1,16 7-1,-69-4-179,7-4-107,-50 10 0,51-6 0,-54 1 0,-959-8-1799,843 15 1070,18-1-68,-82-14 769,-97 2-1866,195 12 894,-41 1 1018,-1196-12-945,707-5 8038,726 5-7094,0 0-1,28 8 0,-26-5-18,46 3 0,-6-6 2,69 11 0,-46-3-528,172-5 0,-164-6 62,127 14 0,-87-2-274,212-9 0,-162-5 393,-174 3 347,488 16 0,-232-3 0,8 1 0,-24 1 0,-47-3 0,200 19-576,-300-24 450,55 8 136,27 12 1339,-119-18-357,-50-7-578,0 0 0,-1 2-1,1 0 1,36 13 0,-55-17-412,-1 0 0,0 0 0,1 0 0,-1 0-1,0 0 1,1 0 0,-1 0 0,1 0 0,-1 1 0,0-1 0,1 0 0,-1 0 0,0 0 0,1 0 0,-1 0-1,0 1 1,1-1 0,-1 0 0,0 0 0,1 1 0,-1-1 0,0 0 0,0 0 0,1 1 0,-1-1 0,0 0-1,0 1 1,0-1 0,1 0 0,-1 1 0,0-1 0,0 0 0,0 1 0,0-1 0,0 0 0,0 1-1,0-1 1,0 1 0,0-1 0,0 0 0,0 1 0,0-1 0,0 0 0,0 1 0,0-1 0,0 1 0,0 0-1,-23 6 14,-30-1-24,-891-5-1258,440-4 1327,259 6-2412,-265-6 218,173-24 1251,-240-29 985,465 43-157,-326-24 495,419 35-417,-80-9 725,58 5 1575,-59-2 0,84 9-1893,12 0-413,-1-1 1,1 1-1,-1-1 0,1 0 1,-1 0-1,1-1 0,0 1 0,-1-1 1,1 0-1,0 0 0,0-1 1,-1 1-1,-6-4 0,11 4-17,0 1 0,0 0 0,0-1 0,-1 1 0,1 0 0,0-1 0,0 1 0,0 0 0,1-1 0,-1 1 0,0 0 0,0-1 0,0 1 0,0 0 0,0-1 0,0 1 0,0 0 0,0 0 0,1-1 0,-1 1 0,0 0 0,0-1 0,0 1 0,1 0 0,-1 0 0,0-1 0,0 1 0,1 0 0,-1 0 0,0 0 0,0 0 0,1-1 0,-1 1 0,0 0 0,1 0 0,-1 0 0,0 0 0,1 0 0,-1 0 0,0 0 0,1 0 0,-1 0 0,0 0 0,1 0 0,-1 0 0,0 0 0,1 0 0,18-4 0,61-2 0,129 7 0,-79 1 0,579-2-890,-542 14 890,-13 0 0,26 1 0,-78-4 0,144 16 0,131 25 0,-237-29 0,23 2-127,177 51 0,-295-64 193,-19-5 105,1 1 1,-1 1-1,-1 1 0,27 15 0,-51-25-164,0 0-1,0 0 1,-1 1-1,1-1 1,0 0 0,0 1-1,-1-1 1,1 1-1,0-1 1,-1 1-1,1-1 1,-1 1-1,1-1 1,-1 1-1,1 0 1,-1-1-1,1 1 1,-1 0-1,1-1 1,-1 1-1,0 0 1,1 0-1,-1-1 1,0 1-1,0 0 1,0 0-1,1 0 1,-1-1-1,0 1 1,0 0-1,0 1 1,-1-1-5,0 0 0,0 0 0,0 1 0,-1-1 0,1 0 0,0 0 0,0-1 0,0 1 0,-1 0 0,1 0 1,0-1-1,-1 1 0,1-1 0,-1 1 0,-1 0 0,-56 9-22,-41 3 20,69-7 0,-56 1 0,-1444-8-3332,1286-12 2483,23 0 518,-524 12-1936,352 2 1402,153 16 864,120-6 0,-143 22 853,136-14 1107,94-14-815,0 0 0,1 2 0,-37 14 0,70-22-1139,-1 1 0,1 0 0,-1 0 0,1 1 0,0-1 1,-1 0-1,1 0 0,0 0 0,-1 0 0,1 0 1,0 0-1,-1 0 0,1 1 0,0-1 0,-1 0 0,1 0 1,0 0-1,-1 1 0,1-1 0,0 0 0,0 0 0,-1 1 1,1-1-1,0 0 0,0 1 0,-1-1 0,1 0 1,0 1-1,0-1 0,0 0 0,0 1 0,0-1 0,0 0 1,0 1-1,-1-1 0,1 0 0,0 1 0,0-1 0,0 1 1,0-1-1,1 0 0,-1 1 0,0-1 0,0 0 1,0 1-1,0 0 0,20 10 34,30 3-62,89 11 34,34 6-186,-13-8-258,79 9 43,38-5 390,-162-17 0,109 5 0,-46-1 0,1-1 0,52 3 0,-110-5 0,-8 1 0,49 2 0,3-1-97,15 0-14,-135-11 90,59 10-1,26 1 1224,-176-13-1187,-243-17-118,98 1-559,37 5 702,-40-1-599,-24-2-103,-6-2 662,49 5 0,-195-16 0,15-4-526,-275-36-730,141 4 1260,289 39-997,-144-7 993,264 25 0,-27-6 5,-53-3 286,130 14-335,-53-11 1,-4 0 1339,264 18 1852,108-9-3104,-56 0-3,1321 3-41,-1543 0 0,-4 0 0,0 0 0,1 0 0,-1 0 0,1 0 0,-1 0 0,0 0 0,0 1 0,1 0 0,-1 0 0,0 0 0,0 0 0,0 0 0,6 4 0,-9-5 0,0 0 0,0 1 0,0-1 0,0 0 0,0 1 0,0-1 0,0 0 0,0 1 0,0-1 0,0 0 0,0 1 0,0-1 0,0 0 0,0 0 0,0 1 0,0-1 0,-1 0 0,1 1 0,0-1 0,0 0 0,0 0 0,-1 1 0,1-1 0,0 0 0,0 0 0,0 1 0,-1-1 0,1 0 0,0 0 0,-1 0 0,1 1 0,0-1 0,0 0 0,-1 0 0,1 0 0,0 0 0,-1 0 0,1 0 0,0 0 0,-1 0 0,1 0 0,0 0 0,-1 0 0,1 0 0,0 0 0,-1 0 0,-18 4 0,-20-1 0,-51-3 0,59-1 0,1 1 0,0 1 0,-48 9 0,13 0 0,0-3 0,0-2 0,-112-8 0,46 0 0,56 3 0,-2-1 0,1 2 0,-90 15 0,108-9-79,0-2 0,-75-4 0,77-3-319,0 3-1,-90 14 0,98-9 399,-1-1 0,-64-3 0,64-3 0,1 3 0,-66 10 0,78-7 257,0-2 0,-63-2 0,-20 1 405,117-2-662,1 0 0,-1 0 0,1 0 0,0 0 0,-1 0 0,1 0 0,-1 0 0,1 0 0,0 1 0,-1-1 0,1 1 0,0-1 0,-1 1 0,1-1 0,0 1 0,0 0 0,-1 0 0,1-1 0,0 1 0,0 0 0,0 0 0,-1 2 0,2-2 0,0 0 0,1 0 0,-1 0 0,0 0 0,1 0 0,-1 0 0,1 0 0,0 0 0,-1 0 0,1 0 0,0-1 0,-1 1 0,1 0 0,0 0 0,0-1 0,0 1 0,-1 0 0,1-1 0,0 1 0,2 0 0,63 30 0,230 56 0,-223-73 0,140 9 0,-186-22 0,81 11-25,49 2-548,-8-1 573,-6 0 0,22 1 0,14-1 0,-37 0 0,1 0 0,52 0 0,16 0 0,-192-12 63,0 1 0,0 0-1,20 6 1,-18-3 53,0-1-1,25 1 1,-10-5-116,-27 0 0,-26 0 0,-99 1 0,-90-3 0,118-11 0,57 7 0,-61-3 0,-1140 9-1267,559 1 2534,642-2-1267,-1-3 0,-36-7 0,15 1 0,51 10 0,1 0 0,-1 0 0,0 0 0,1 0 0,-1 0 0,0-1 0,1 1 0,-1-1 0,1 1 0,-1-1 0,0 1 0,1-1 0,0 0 0,-1 0 0,1 0 0,-1 0 0,1 0 0,0 0 0,0 0 0,0 0 0,-1 0 0,1-1 0,0 1 0,1-1 0,-1 1 0,-1-3 0,2 3 0,1-1 0,-1 1 0,1-1 0,-1 1 0,1-1 0,0 1 0,0 0 0,0-1 0,0 1 0,0 0 0,0 0 0,0-1 0,0 1 0,0 0 0,0 0 0,1 1 0,-1-1 0,0 0 0,1 0 0,-1 0 0,1 1 0,-1-1 0,1 1 0,-1-1 0,1 1 0,-1 0 0,2-1 0,104-27 0,191-25 0,-230 42 0,-32 4 0,72-3 0,-79 9 0,51-10 0,22-2 0,-64 10 0,40-8 0,-43 5 0,57-2 0,-60 6 0,0-1 0,60-15 0,-91 18 0,0 0 0,0 0 0,0 0 0,-1 0 0,1 0 0,0 0 0,0 0 0,0-1 0,0 1 0,0 0 0,-1-1 0,1 1 0,0 0 0,0-1 0,-1 1 0,1-1 0,0 1 0,-1-1 0,1 1 0,0-1 0,-1 0 0,1 1 0,-1-1 0,2-1 0,-18-7 0,-36-1 0,-69 10 0,77 1 0,0-1 0,-73-11 0,48 2-203,0 3-1,-98 5 1,84 2 167,-98-12 0,-121-2-1691,115 9 890,35-8 288,-60-3-353,104 15 902,-309-14 0,149 2-193,-27-3-29,223 9 538,-97 4 0,-17-1 113,89-10-312,63 7 1416,-63-2 1,137 8-896,17 1-562,-1-3 1,74-12-1,81-13-76,-25 0 0,25 1 0,-79 13 0,2 0 0,-80 5-50,82 0-1,23-2-405,-39-1 456,196 9 0,-150 4 0,100-2 557,-1031 0-1688,593 14 1131,12-1 0,-976-11-3493,553-5 2219,-136 3 1792,677 2-389,-58 10 0,57-5 239,-52 1-1,-143-10 4020,348 4-4387,127-4 0,-165-11 0,-53 8 0,0 1 0,30-1 0,113-8 0,37 0 0,-147 10-225,54-8 0,47-3-196,13 16 421,119-3 0,-171-12 0,43-1 0,514 15-261,-642 1 244,56 9 0,9 2 195,-75-13-37,-1 2 0,1 0 0,-1 1 1,0 0-1,1 2 0,27 11 0,-45-16-141,1 1 0,-1-1 0,0 1 0,1-1 0,-1 1 0,0 0 0,0 0 0,0 0 0,0 0 0,1-1 0,-1 2 0,-1-1 0,1 0 0,0 0 0,0 0 0,0 0 0,0 0 0,-1 1 0,1-1 0,-1 0 0,1 1 0,-1-1 0,1 0 0,-1 1 0,0-1 0,0 1 0,1 1 0,-2-1 0,0 0 0,0 0 0,0 0 0,0 0 0,0 0 0,0 0 0,0 0 0,-1 0 0,1 0 0,-1-1 0,1 1 0,-1 0 0,0-1 0,1 1 0,-3 0 0,-6 5 0,0-1 0,-1 0 0,0-1 0,1 0 0,-17 5 0,-325 76 0,217-55 0,-172 30-909,182-39 896,-358 46-138,372-59-1229,-217 9 1266,-658-20-769,952 4 779,-57 10 1,-24 1 260,-9-13 2924,762 1-2628,-302-3-1376,-148-11 923,-2-1 0,32 16-110,365-19-2142,-35 4 1187,-341 15 1015,162-22 265,-311 16 1048,95 4 0,33-2 362,-184 2-1625,-1 0 0,1 0 0,-1 0 0,1-1 0,-1 1 0,1 0 0,-1-1 0,1 1 0,-1 0 0,1-1 0,-1 0 0,0 1 0,1-1 0,-1 0 0,0 0 0,0 0 0,1 0 0,0-1 0,-2 1 0,0 0 0,-1 0 0,1 0 0,0 1 0,-1-1 0,1 0 0,-1 1 0,0-1 0,1 0 0,-1 1 0,1-1 0,-1 1 0,0-1 0,1 0 0,-1 1 0,0 0 0,0-1 0,0 1 0,1 0 0,-1-1 0,0 1 0,0 0 0,0 0 0,0 0 0,1-1 0,-1 1 0,0 0 0,0 0 0,0 0 0,0 0 0,0 1 0,-1-1 0,-75-6 0,-126 7 0,75 1 0,-2134-2-3800,1206 0 7600,1071-1-3800,0 0 0,-1-2 0,19-4 0,39-6 0,114-14 0,254-26-598,-170 14 74,34-3-103,13 1-694,-54 5 54,69-10 971,-164 21 294,221-27 2,-315 43-11,383-56-187,-209 33 198,-208 27 0,230-29 3850,-268 35-3804,-1-1 0,1 0 0,0-1-1,-1 1 1,1 0 0,-1 0-1,1-1 1,0 1 0,-1-1 0,1 1-1,-1-1 1,0 0 0,1 0-1,-1 0 1,0 1 0,1-1 0,1-2-1,-4 2-39,1 1-1,-1-1 0,1 0 1,-1 0-1,1 1 0,-1-1 1,1 0-1,-1 1 0,1-1 1,-1 0-1,0 1 0,1-1 1,-1 1-1,0-1 0,0 1 1,1 0-1,-1-1 0,0 1 1,0 0-1,0 0 0,0-1 1,1 1-1,-1 0 1,0 0-1,0 0 0,0 0 1,0 0-1,0 0 0,0 0 1,1 0-1,-3 1 0,-38-4-5,-1 3 0,0 1 0,-72 12 0,29-3 0,-13-3 0,-46 5 0,-129 15-847,43-11-73,44-6 257,-571 27 663,506-23-1834,11-1 129,-58-15 1705,-224 4 0,352 10-28,-77 3-21,58-16 388,-43 0 5368,282 1-5707,0-2 0,65-11 0,102-15 0,-49 6-275,109-21-315,9-6 110,-160 29 60,598-85-144,-465 91 564,-34 3 0,345-1 0,-351 14 0,-10-4 67,227 5-986,-305 10 919,56 1 0,-143-12-116,64 11-1,-33-2 1047,-45-8-320,0 1 0,-1 2 0,34 11 1,-63-17-610,1 0 0,-1 0 0,0 0 0,1 0 0,-1 0 0,0 0 0,1 0 0,-1 0 0,0 0 0,1 0 0,-1 1 0,0-1 0,1 0 0,-1 0 0,0 0 0,1 1 0,-1-1 0,0 0 0,0 0 0,1 1 0,-1-1 0,0 0 0,0 1 0,1-1 0,-1 0 0,0 0 0,0 1 0,0-1 0,0 0 0,0 1 0,1-1 0,-1 1 0,0-1 0,0 0 0,0 1 0,0 0 0,-14 6 9,-36 2-18,38-7 12,-260 41-4,84-22 0,43-2 9,72-11-182,-671 55-2255,-675-61-107,690-5 7662,790 24-5127,20-13-182,-1-4 0,86-7 0,-30 0 36,5862 3-6239,-5840 14 7759,-5-1 254,-86-15-1257,-47 0 80,0 0 1,-1 2 0,1 1-1,0 0 1,32 7-1,-51-8-426,-1 0 0,0 0 0,1 0 0,-1 0 0,1 0 0,-1 0 0,0 0 0,1 0 0,-1 0 0,1 0 0,-1 1 0,0-1 0,1 0 0,-1 0 0,1 0 0,-1 1 0,0-1 0,1 0 0,-1 0 0,0 1 0,0-1-1,1 0 1,-1 0 0,0 1 0,1-1 0,-1 0 0,0 1 0,0-1 0,0 1 0,1-1 0,-1 0 0,0 1 0,0-1 0,0 1 0,-14 6 155,-24-1-239,-416-3 59,231-6 0,-174 20-1465,-191-4 944,358-16 499,126 4-120,-500-18-1641,183-15 953,149 11 615,202 15 1607,-88 5 1,-35-2 798,156-7-2189,29 3-2,26 0 0,126-12 0,-111 14 0,1 1 0,41 1 0,-35 2 0,46-7 0,102-12-687,-65 8 672,158-15 15,134-11 0,-125 13-1875,-171 15 1588,143-7-671,83 4-245,21 0 60,864 14 2354,-785-2 3737,-466 3-4945,-1 0 0,-36 10 0,-3 0-3,-231 41 0,-19-2 0,254-41 0,13-3 0,-71 4 0,-11 2-314,9 0-238,-29 0 552,-20 1 0,166-14 0,-331 16-163,-236-3-1212,350-16 485,-222 24 890,260-15 0,127-6 0,1 2 0,-75 11 0,85-7 1098,-1-2 0,-74-3 0,668 0-1510,-253-3 166,-129-11-204,-13 0-550,195-13-901,-156 11 1578,-75 3 253,222-15 70,-230 15-202,37-1 31,89-4 137,-120 7 40,3-1-35,118-6-50,21 4 216,15 0-145,-228 14 304,0-2-1,83-14 1,-68 7-156,0 2 0,0 3 0,72 7 0,-12-2 2285,-103-1-1914,0-2-140,-43-9-343,-11 3-28,-1 1 0,0 1 0,1 2 0,-1 2 0,-65 5 0,8-2 0,-574-2-750,477 17 750,104-7 0,-259 36 0,114-14 0,-638 95 0,849-124 0,-384 70-22,332-58-7,-202 31-49,46-17 957,376-56-879,-62 14 0,-62 8 0,50-4 0,-52 7 0,-1-1 0,25-6 0,-24 4 0,0 2 0,24-2 0,151-12 0,-104 7 0,-4-2 0,-45 5 0,57-1 0,-62 6 26,47-8 0,33-3-646,25 0 496,2 0 134,-94 12-10,99-14 0,-82 6-5,0 4 0,133 6 0,-72 1 4,372-2 699,-1583 0-1674,903-13 1016,11 0-244,-81 13-329,-304-16-626,231 5 1159,11 1 0,-229-22 0,27-6-4014,-60-9 2739,279 20 1643,-131-4 113,202 18-481,-10-1 0,-118-1 0,53 6 436,71 7 165,109-11-601,-36-1 0,56 16 703,-74-3 4242,99-12-4301,52 8-663,0 1 0,-31-1 0,-8 1 19,0-3 0,-101-25 0,106 20-455,0 2 0,-94-4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21:32:50.7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1443 24575,'0'-1350'0,"0"1342"0,1-1 0,0 1 0,0 0 0,1 0 0,0 0 0,7-16 0,-9 23 0,1 0 0,-1-1 0,1 1 0,0 0 0,0 0 0,-1 0 0,1 0 0,0 0 0,0 0 0,0 0 0,0 0 0,0 0 0,0 0 0,0 0 0,1 0 0,-1 1 0,0-1 0,0 1 0,3-2 0,-3 2 0,1 1 0,-1-1 0,1 0 0,-1 1 0,1-1 0,-1 1 0,1-1 0,-1 1 0,1 0 0,-1-1 0,1 1 0,-1 0 0,0 0 0,0 0 0,0 0 0,1 0 0,-1 1 0,0-1 0,0 0 0,0 0 0,-1 1 0,2 1 0,83 136 0,15 13 0,109 216 0,-180-308 0,-3 0 0,-2 2 0,-3 1 0,-3 1 0,12 73 0,-19-73 0,-5-37 0,-2 1 0,2 39 0,-6-47-341,1 0 0,2 0-1,8 36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21:32:54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662 1416 24575,'-2'6'0,"0"-1"0,-1-1 0,1 1 0,-1 0 0,0-1 0,0 1 0,-1-1 0,1 0 0,-1 0 0,0 0 0,0 0 0,-5 3 0,-3 4 0,8-6 0,-1 0 0,0 0 0,0-1 0,0 0 0,0 0 0,-1 0 0,-10 6 0,14-10 0,-1 1 0,1-1 0,0 0 0,0 0 0,0 0 0,0 0 0,-1 0 0,1 0 0,0 0 0,0-1 0,0 1 0,0-1 0,-1 0 0,1 1 0,0-1 0,0 0 0,0 0 0,1 0 0,-1 0 0,0-1 0,0 1 0,0-1 0,1 1 0,-1-1 0,1 1 0,-1-1 0,-1-3 0,-112-146 0,84 108 0,19 25 0,0 1 0,2-2 0,0 1 0,2-1 0,0 0 0,1-1 0,0 0 0,2 0 0,-3-23 0,-15-56 0,49 188 0,-9-32 0,13 82 0,-29-129 0,-1-6 0,1-1 0,-1 0 0,0 1 0,1-1 0,0 0 0,0 1 0,0-1 0,0 0 0,0 0 0,0 0 0,1 1 0,3 4 0,-5-8 0,1 0 0,-1 0 0,0 1 0,0-1 0,0 0 0,0 0 0,0 0 0,0 0 0,0 0 0,0 0 0,1 0 0,-1 0 0,0 1 0,0-1 0,0 0 0,0 0 0,0 0 0,0 0 0,1 0 0,-1 0 0,0 0 0,0 0 0,0 0 0,0 0 0,0 0 0,1 0 0,-1 0 0,0 0 0,0 0 0,0 0 0,0 0 0,1 0 0,-1 0 0,0 0 0,0 0 0,0 0 0,0 0 0,0-1 0,0 1 0,1 0 0,-1 0 0,0 0 0,0 0 0,0 0 0,0 0 0,0 0 0,0 0 0,0-1 0,0 1 0,1 0 0,-1 0 0,0 0 0,0 0 0,0-1 0,1-12 0,-4-14 0,-81-247 0,54 186 0,-75-202 0,71 177 0,-19-119 0,52 226 0,0 1 0,0-1 0,-1 0 0,0 1 0,0-1 0,0 1 0,-5-10 0,6 16 0,1-1 0,-1 1 0,0-1 0,1 0 0,-1 1 0,1-1 0,0 1 0,-1-1 0,1 1 0,-1 0 0,1-1 0,0 1 0,-1-1 0,1 1 0,0 0 0,0-1 0,0 1 0,-1-1 0,1 1 0,0 0 0,0-1 0,0 1 0,0 0 0,0-1 0,0 1 0,0 0 0,0-1 0,1 2 0,-4 27 0,5-9 0,1 0 0,1 0 0,9 26 0,-11-37 0,1 0 0,1-1 0,-1 1 0,1-1 0,1 0 0,-1-1 0,1 1 0,1-1 0,11 13 0,-17-20 0,1 1 0,-1-1 0,0 1 0,1-1 0,-1 0 0,1 1 0,-1-1 0,1 0 0,-1 1 0,1-1 0,-1 0 0,1 0 0,-1 1 0,1-1 0,-1 0 0,1 0 0,-1 0 0,1 0 0,0 0 0,-1 0 0,1 0 0,-1 0 0,1 0 0,-1 0 0,1 0 0,0 0 0,-1 0 0,1 0 0,-1-1 0,1 1 0,-1 0 0,1 0 0,-1-1 0,1 1 0,0-1 0,9-22 0,-5-34 0,-5 55 0,-2-348 0,1 349 0,1 0 0,0-1 0,0 1 0,-1 0 0,1 0 0,0 0 0,0 0 0,0 0 0,0 0 0,1 0 0,-1 0 0,0 0 0,0 0 0,1 0 0,-1 0 0,0 0 0,1 0 0,-1 0 0,1 0 0,-1 0 0,1 0 0,0 1 0,-1-1 0,1 0 0,1-1 0,-1 3 0,0 0 0,0-1 0,0 1 0,0 0 0,0-1 0,0 1 0,0 0 0,0 0 0,0 0 0,0 0 0,0 0 0,-1 0 0,1 0 0,0 0 0,-1 0 0,1 2 0,28 58 0,-28-59 0,113 234 0,1 4 0,-95-192 0,0-2 0,-1 2 0,-2-1 0,-3 2 0,13 74 0,-29-189 0,2 36 0,-1-1 0,-8-45 0,-29-116 0,31 126 0,-7-31 0,-13-77 0,0 30 0,20 83 0,4 42 0,3 51 0,6 54 0,3-1 0,22 90 0,-24-142 0,22 100 0,12 53 0,-5-28 0,17 105 0,-30-156 0,9 51 0,-12-62 0,-15-185 0,-32-79 0,18 108 0,1 15 0,-3-88 0,10 112 0,-1 1 0,-7-35 0,-4-34 0,-4-107 0,7 99 0,-16-60 0,16 93 0,3 32 0,-2-57 0,7 66 0,-1 0 0,-6-26 0,-4-30 0,18 104 0,1 0 0,1-1 0,2 1 0,16 33 0,13 40 0,81 252 0,35 121 0,-135-403 0,-9-30 0,1-1 0,21 47 0,-32-84 0,0 0 0,0 1 0,0-1 0,0 0 0,0 0 0,0 1 0,0-1 0,0 0 0,0 1 0,0-1 0,0 0 0,0 0 0,0 1 0,0-1 0,0 0 0,1 0 0,-1 1 0,0-1 0,0 0 0,0 0 0,0 1 0,1-1 0,-1 0 0,0 0 0,0 0 0,0 1 0,1-1 0,-1 0 0,0 0 0,0 0 0,1 0 0,-1 0 0,0 0 0,0 1 0,1-1 0,-1 0 0,0 0 0,1 0 0,-1 0 0,0 0 0,0 0 0,1 0 0,-1 0 0,0 0 0,1 0 0,-1 0 0,0-1 0,0 1 0,1 0 0,-1 0 0,0 0 0,1 0 0,4-20 0,-3-29 0,-5-14 0,-11-66 0,1 21 0,-13-77 0,15 120 0,6 43 0,1 1 0,-1-30 0,3 27 0,-1 0 0,-7-28 0,-2-7 0,-41-258 0,30 219 0,20 190 0,7-44 0,1-1 0,3 0 0,20 70 0,6 30 0,45 197 0,-45-190 0,-20-101 0,-2 0 0,-3 1 0,4 81 0,-12-113 0,1-1 0,8 31 0,2 38 0,-12 58 0,-4-185 0,-1-1 0,-20-69 0,7 30 0,-62-264 0,57 234 0,-8-49 0,20 93 0,5 35 0,2 0 0,-1-39 0,2 20 0,-8-50 0,5 52 0,-1-58 0,8-83 0,-1 1169 0,1-964 0,1 1 0,8 35 0,-5-34 0,-1 0 0,1 27 0,-3-18 0,-1-14 0,0 1 0,-1-1 0,-1 0 0,0 0 0,-6 26 0,7-41 0,0-1 0,0 1 0,0-1 0,0 1 0,0-1 0,0 1 0,0-1 0,-1 1 0,1-1 0,0 1 0,0-1 0,-1 1 0,1-1 0,0 0 0,0 1 0,-1-1 0,1 1 0,0-1 0,-1 0 0,1 1 0,-1-1 0,1 0 0,0 1 0,-1-1 0,1 0 0,-1 0 0,1 1 0,-1-1 0,1 0 0,-1 0 0,1 0 0,-1 0 0,1 0 0,-1 0 0,0 0 0,-13-14 0,-3-30 0,-5-46 0,-57-146 0,33 108 0,19 44 0,17 45 0,-3 1 0,-1 0 0,-1 1 0,-35-58 0,50 95 0,0-1 0,0 1 0,0-1 0,0 1 0,-1 0 0,1-1 0,0 1 0,0-1 0,-1 1 0,1 0 0,0-1 0,-1 1 0,1 0 0,0-1 0,-1 1 0,1 0 0,-1-1 0,1 1 0,0 0 0,-1 0 0,1 0 0,-1-1 0,1 1 0,-1 0 0,1 0 0,-1 0 0,1 0 0,-1 0 0,1 0 0,-1 0 0,1 0 0,0 0 0,-1 0 0,1 0 0,-1 0 0,1 0 0,-1 0 0,1 1 0,-1-1 0,1 0 0,-1 0 0,1 1 0,0-1 0,-1 0 0,1 0 0,-1 1 0,-13 28 0,0 40 0,1 35 0,6-56 0,-1 67 0,-6 56 0,1 3 0,16-95 0,-1-41 0,-1 0 0,-7 62 0,6-100 0,0 0 0,0 1 0,0-1 0,0 0 0,0 1 0,0-1 0,1 0 0,-1 1 0,0-1 0,0 0 0,-1 1 0,1-1 0,0 0 0,0 0 0,0 1 0,0-1 0,0 0 0,0 1 0,0-1 0,0 0 0,-1 1 0,1-1 0,0 0 0,0 0 0,0 1 0,-1-1 0,1 0 0,0 0 0,0 0 0,-1 1 0,1-1 0,0 0 0,0 0 0,-1 0 0,1 0 0,0 0 0,-1 1 0,1-1 0,0 0 0,-1 0 0,-6-13 0,-4-22 0,-37-124 0,18 67 0,-2-6 0,13 45 0,-12-57 0,4-21 0,16 81 0,7 37 0,1 0 0,1-1 0,-2-17 0,4 30 0,0 1 0,0 0 0,0 0 0,0 0 0,0 0 0,0-1 0,0 1 0,0 0 0,-1 0 0,1 0 0,0 0 0,0-1 0,0 1 0,0 0 0,0 0 0,0 0 0,0-1 0,0 1 0,0 0 0,0 0 0,0 0 0,0 0 0,0-1 0,0 1 0,1 0 0,-1 0 0,0 0 0,0-1 0,0 1 0,0 0 0,0 0 0,0 0 0,0 0 0,0 0 0,1-1 0,-1 1 0,0 0 0,0 0 0,0 0 0,0 0 0,1 0 0,-1 0 0,0 0 0,0 0 0,0-1 0,0 1 0,1 0 0,-1 0 0,0 0 0,0 0 0,0 0 0,1 0 0,-1 0 0,0 0 0,0 0 0,0 0 0,0 0 0,1 0 0,-1 0 0,0 0 0,0 1 0,0-1 0,1 0 0,11 15 0,10 24 0,-21-37 0,34 80 0,36 122 0,-65-180 0,51 244 0,-55-256 0,0 0 0,1-1 0,7 21 0,-6-29 0,-3-14 0,-1-16 0,-5 3-1365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21:49:12.2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615 383 24575,'-30'0'0,"1"-1"0,-1 2 0,1 1 0,-53 9 0,81-10 0,-1 0 0,1-1 0,-1 1 0,1-1 0,-1 0 0,0 1 0,1-1 0,-1 0 0,1 0 0,-1 0 0,0 0 0,1 0 0,-1 0 0,0-1 0,1 1 0,-1 0 0,1-1 0,-1 1 0,1-1 0,-1 0 0,1 1 0,-1-1 0,1 0 0,0 0 0,-2-1 0,2 0 0,0 0 0,1 0 0,-1 0 0,1 1 0,-1-1 0,1 0 0,0 0 0,0 0 0,0 0 0,0 0 0,0 0 0,0 0 0,1 1 0,-1-1 0,0 0 0,1 0 0,1-3 0,3-7 0,0 0 0,2 0 0,-1 0 0,1 1 0,9-11 0,6-11 0,-18 26 0,-1 1 0,1 0 0,1 0 0,-1 0 0,1 1 0,0-1 0,7-4 0,-12 10 0,0-1 0,1 1 0,-1-1 0,0 1 0,1 0 0,-1-1 0,0 1 0,1 0 0,-1 0 0,1-1 0,-1 1 0,1 0 0,-1 0 0,1 0 0,-1-1 0,1 1 0,-1 0 0,1 0 0,-1 0 0,1 0 0,-1 0 0,1 0 0,-1 0 0,1 0 0,-1 0 0,1 0 0,-1 0 0,1 1 0,-1-1 0,1 0 0,-1 0 0,1 0 0,-1 1 0,1-1 0,-1 0 0,1 1 0,-1-1 0,1 1 0,3 22 0,-11 28 0,4-34 0,3-14 0,0 0 0,0 0 0,-1 1 0,1-1 0,-1 0 0,0 0 0,0 0 0,0 0 0,0 0 0,-1 0 0,-1 4 0,2-7 0,0 0 0,0 0 0,1 0 0,-1 0 0,0-1 0,0 1 0,1 0 0,-1 0 0,0-1 0,1 1 0,-1 0 0,0-1 0,1 1 0,-1-1 0,1 1 0,-1-1 0,0 1 0,1-1 0,-1 0 0,1 1 0,0-1 0,-1 0 0,1 1 0,0-1 0,-1 0 0,1 1 0,0-1 0,-1-1 0,-12-26 0,12 26 0,-16-33 0,-29-47 0,38 69 0,-1 0 0,0 1 0,-1 1 0,0 0 0,-1 0 0,-21-16 0,30 26 0,1 0 0,-1 0 0,0-1 0,0 1 0,0 1 0,1-1 0,-1 0 0,0 0 0,0 1 0,0-1 0,0 1 0,0 0 0,0-1 0,0 1 0,0 0 0,0 0 0,-1 0 0,1 1 0,0-1 0,0 0 0,0 1 0,0-1 0,-3 2 0,2 0 0,0 1 0,-1-1 0,1 1 0,0-1 0,0 1 0,1 0 0,-1 0 0,1 0 0,-1 0 0,1 1 0,-3 4 0,-3 10 0,0 1 0,1 0 0,-8 34 0,11-38 0,-1 0 0,-11 27 0,-1-95 0,-8-40 0,-1-11 0,26 103 0,0 0 0,0-1 0,0 1 0,0 0 0,0 0 0,0 0 0,-1 0 0,1 0 0,0 0 0,-1 0 0,1 0 0,0 0 0,-1 0 0,0 0 0,1 0 0,-1 0 0,1 0 0,-1 0 0,0 1 0,0-1 0,0-1 0,0 2 0,0 1 0,0-1 0,1 0 0,-1 1 0,0-1 0,1 1 0,-1-1 0,1 1 0,-1-1 0,0 1 0,1-1 0,-1 1 0,1-1 0,0 1 0,-1 0 0,1-1 0,-1 1 0,1 0 0,0-1 0,-1 1 0,1 1 0,-17 50 0,-21 148 0,31-166 0,6-25 0,1-34 0,0 5-1365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21:49:15.4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235 0 24575,'-2'1'0,"1"-1"0,-1 1 0,0-1 0,0 1 0,0 0 0,0 0 0,1 0 0,-1 0 0,0 0 0,1 0 0,-1 0 0,1 0 0,-1 1 0,1-1 0,0 1 0,-1-1 0,1 1 0,0 0 0,-1 1 0,-22 41 0,16-28 0,-24 45 0,3 0 0,3 2 0,-27 100 0,43-123 0,3 0 0,1 0 0,-1 66 0,7-104 0,-1 1 0,1-1 0,0 1 0,0-1 0,1 1 0,-1-1 0,1 1 0,-1-1 0,1 1 0,0-1 0,-1 0 0,1 1 0,0-1 0,3 4 0,-3-5 0,-1-1 0,0 0 0,1 0 0,-1 0 0,1 1 0,-1-1 0,0 0 0,1 0 0,-1 0 0,1 0 0,-1 0 0,0 0 0,1 0 0,-1 0 0,1 0 0,-1 0 0,0 0 0,1 0 0,-1 0 0,1 0 0,-1-1 0,0 1 0,1 0 0,-1 0 0,0 0 0,1 0 0,-1-1 0,0 1 0,1-1 0,16-20 0,50-114 0,-5 8 0,-40 85 0,22-61 0,-29 64 0,2 0 0,23-38 0,-40 76 0,0 0 0,1 1 0,-1-1 0,0 1 0,0-1 0,1 1 0,-1-1 0,0 1 0,1-1 0,-1 1 0,0-1 0,1 1 0,-1-1 0,1 1 0,-1 0 0,1-1 0,-1 1 0,1 0 0,-1-1 0,1 1 0,-1 0 0,1 0 0,0 0 0,-1-1 0,1 1 0,-1 0 0,1 0 0,0 0 0,-1 0 0,1 0 0,-1 0 0,1 0 0,0 0 0,-1 0 0,1 0 0,-1 1 0,1-1 0,-1 0 0,1 0 0,0 0 0,-1 1 0,1-1 0,-1 0 0,1 1 0,-1-1 0,1 0 0,-1 1 0,0-1 0,1 1 0,-1-1 0,1 1 0,-1-1 0,0 1 0,1-1 0,-1 1 0,0-1 0,0 1 0,1-1 0,-1 1 0,0-1 0,0 1 0,0 0 0,0-1 0,0 1 0,0 0 0,15 51 0,-12-42 0,1 14 0,0 0 0,-1 0 0,-1 0 0,-2 1 0,-2 29 0,2 59 0,8-91 0,-8-22 0,0 0 0,1 0 0,-1 1 0,0-1 0,1 0 0,-1 0 0,0 0 0,1 0 0,-1 0 0,1 0 0,-1 0 0,0 0 0,1 0 0,-1 0 0,1 0 0,-1 0 0,0-1 0,1 1 0,-1 0 0,0 0 0,1 0 0,-1 0 0,0 0 0,1-1 0,-1 1 0,0 0 0,1 0 0,-1-1 0,0 1 0,0 0 0,1-1 0,-1 1 0,3-3 0,-1-1 0,0 1 0,0 0 0,0-1 0,0 1 0,-1-1 0,1 1 0,-1-1 0,1-4 0,3-34 0,-1 0 0,-3 0 0,-4-56 0,0 1 0,1 68 0,3 29 0,4 21 0,21 54 0,-15-45 0,12 46 0,-16-41 0,-1 0 0,-1 1 0,-1 45 0,-1-60 0,4-32 0,10-41 0,-15 45 0,1-6 0,-1 1 0,0-1 0,0-20 0,6-32 0,-8 65 0,0 0 0,0-1 0,0 1 0,0 0 0,0 0 0,0 0 0,0-1 0,0 1 0,0 0 0,0 0 0,0 0 0,0-1 0,0 1 0,0 0 0,0 0 0,1 0 0,-1 0 0,0-1 0,0 1 0,0 0 0,0 0 0,0 0 0,0 0 0,1-1 0,-1 1 0,0 0 0,0 0 0,0 0 0,0 0 0,1 0 0,-1 0 0,0 0 0,0-1 0,0 1 0,1 0 0,-1 0 0,0 0 0,0 0 0,0 0 0,1 0 0,-1 0 0,0 0 0,0 0 0,0 0 0,1 0 0,-1 0 0,0 0 0,0 0 0,0 1 0,1-1 0,-1 0 0,0 0 0,0 0 0,0 0 0,0 0 0,1 0 0,-1 0 0,0 0 0,0 1 0,0-1 0,11 18 0,4 27 0,-2 52-1365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1E0F-AC9D-1DFE-85B4-ADD8AA6FC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2DE1E-008D-609E-5DE1-724A4C601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C6775-C7C8-2181-DAC1-CAA24E5C4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DC6A-5221-437B-8C6A-A9C3D64BAE2C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D423D-8377-06B0-15F0-4BF65A17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CAAE9-7963-5958-87E8-490A93B3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DB91-7F33-4796-BEDC-D6BF1111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13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7B748-6ED7-7113-BD9E-784AAD94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A1404-A344-B8A7-FFA5-FF0EC6B75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E51EB-CCD1-278F-9FFF-9D010B19E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DC6A-5221-437B-8C6A-A9C3D64BAE2C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0DF4C-E1F2-A2F2-4CC8-89CD1DB8F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BB5B7-6C9E-A911-8ADD-643711D0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DB91-7F33-4796-BEDC-D6BF1111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23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AA41-68FC-0011-9C05-98C1DB75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0044B-C584-F1E7-4326-5564F477D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6BFEB-00FB-8576-7821-B6CE185A5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DC6A-5221-437B-8C6A-A9C3D64BAE2C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162EB-F616-98C1-03FD-92552BAB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F1003-3B7D-958D-BD43-30A6DEE8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DB91-7F33-4796-BEDC-D6BF1111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20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9C6F-94BC-E093-ECBC-8B5E355A4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A41B-A039-1FC9-6F07-3D1734768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A230D-A118-8EBB-3935-CFDBFBF73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9FAA1-EEC9-D36C-2EC0-291905F8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DC6A-5221-437B-8C6A-A9C3D64BAE2C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06B22-1EFA-3A9C-0EED-0627A8C4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0AF25-316F-D4C0-FA72-C89D69CE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DB91-7F33-4796-BEDC-D6BF1111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20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400F-E3FC-13C9-9194-F216D53BC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EF7EC-7062-4832-59AD-2BE5CACE3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A16C6-EB34-0184-7976-61D4146A6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745F17-6D45-47A8-E686-2D472EC58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E08D5-B2B9-E354-CEE0-F2D0E4ED8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11219-3EB3-F584-E19B-0165CE453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DC6A-5221-437B-8C6A-A9C3D64BAE2C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03462F-6B5C-E812-5BB0-1702C683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8EEE60-33EB-2510-C64D-F7D25CF7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DB91-7F33-4796-BEDC-D6BF1111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7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CA66-F795-F0BB-CBBA-443396D3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EC8CB-8B05-6468-B538-468C9FE48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DC6A-5221-437B-8C6A-A9C3D64BAE2C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EEBC2-6CD0-8A74-1CE9-E887B480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B3A81-2826-0A6D-AF71-5FC751D3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DB91-7F33-4796-BEDC-D6BF1111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650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0D5740-C66D-4E3F-0436-FE5BB7A3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DC6A-5221-437B-8C6A-A9C3D64BAE2C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C9764-E850-CF2E-E440-DCAB8620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10DC1-9F80-3404-C55D-3DFD1F28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DB91-7F33-4796-BEDC-D6BF1111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43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C2E53-2BA6-0A98-2CA3-B1054F33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4F689-DD30-119F-E131-3699ED5B2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837FD-2366-997D-5BBD-A9C1E3744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A63BE-6CBD-D460-3AFE-FB53CC409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DC6A-5221-437B-8C6A-A9C3D64BAE2C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0C201-E98F-B82B-A02B-B90A05ED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D438D-834A-DA62-2F43-2B40BFFD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DB91-7F33-4796-BEDC-D6BF1111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850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66D7-080F-74D9-F489-EB348C0EA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99E943-2B09-002F-1629-FD03E9575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98BAB-056A-36A8-B416-D45AFC2C9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F4E-70BF-4AD9-CC9A-64F9DA68D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DC6A-5221-437B-8C6A-A9C3D64BAE2C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AEF28-27DD-8BBE-9B18-B9FB9EEE0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7A1D1-8911-C74F-1E9D-C7DBE3EF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DB91-7F33-4796-BEDC-D6BF1111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40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4D1C-2884-593A-CB35-F6AE3CC2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B5E1D-6909-343A-8EDF-9130BB697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74155-7B7F-41F8-DA95-70662879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DC6A-5221-437B-8C6A-A9C3D64BAE2C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44D25-F6AC-5D0D-6436-41DBDF321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3997C-77F8-16B6-1217-2F1662738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DB91-7F33-4796-BEDC-D6BF1111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013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8DB36A-5CDB-0A7F-39F8-817839E9B2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70903-D59C-099B-22CB-8D3AEFAA0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1D0F4-96A1-A3C1-748F-5EBF6731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DC6A-5221-437B-8C6A-A9C3D64BAE2C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9D091-DDC2-9C3B-86BE-FC4F5BDB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60496-8E05-9A46-6639-0B1B5584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EDB91-7F33-4796-BEDC-D6BF1111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77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4DAFFB-BDBD-9ECE-A4F8-CBC914E8E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E2156-60F6-79A8-4BDC-2D196EA21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4B1D5-018D-F207-E5D0-B2B51A7CA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2DC6A-5221-437B-8C6A-A9C3D64BAE2C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06B3E-C158-1C4E-C458-0FB56821F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3731F-BC68-2810-4C52-DFE583410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EEDB91-7F33-4796-BEDC-D6BF1111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481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7.png"/><Relationship Id="rId3" Type="http://schemas.openxmlformats.org/officeDocument/2006/relationships/image" Target="../media/image1.png"/><Relationship Id="rId21" Type="http://schemas.openxmlformats.org/officeDocument/2006/relationships/image" Target="../media/image12.png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17" Type="http://schemas.openxmlformats.org/officeDocument/2006/relationships/customXml" Target="../ink/ink7.xml"/><Relationship Id="rId25" Type="http://schemas.openxmlformats.org/officeDocument/2006/relationships/image" Target="../media/image16.png"/><Relationship Id="rId2" Type="http://schemas.openxmlformats.org/officeDocument/2006/relationships/customXml" Target="../ink/ink1.xml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image" Target="../media/image15.png"/><Relationship Id="rId5" Type="http://schemas.openxmlformats.org/officeDocument/2006/relationships/image" Target="../media/image2.png"/><Relationship Id="rId15" Type="http://schemas.openxmlformats.org/officeDocument/2006/relationships/image" Target="../media/image8.png"/><Relationship Id="rId23" Type="http://schemas.openxmlformats.org/officeDocument/2006/relationships/image" Target="../media/image14.png"/><Relationship Id="rId28" Type="http://schemas.openxmlformats.org/officeDocument/2006/relationships/image" Target="../media/image19.png"/><Relationship Id="rId10" Type="http://schemas.openxmlformats.org/officeDocument/2006/relationships/customXml" Target="../ink/ink5.xml"/><Relationship Id="rId19" Type="http://schemas.openxmlformats.org/officeDocument/2006/relationships/customXml" Target="../ink/ink8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image" Target="../media/image7.png"/><Relationship Id="rId22" Type="http://schemas.openxmlformats.org/officeDocument/2006/relationships/image" Target="../media/image13.png"/><Relationship Id="rId27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92DC61B-19D0-35E8-4979-46ACF7796F92}"/>
                  </a:ext>
                </a:extLst>
              </p14:cNvPr>
              <p14:cNvContentPartPr/>
              <p14:nvPr/>
            </p14:nvContentPartPr>
            <p14:xfrm>
              <a:off x="3651360" y="1741665"/>
              <a:ext cx="1974600" cy="726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92DC61B-19D0-35E8-4979-46ACF7796F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5240" y="1735545"/>
                <a:ext cx="1986840" cy="73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7A05740-004F-A02E-6BBE-D14C7B640FE2}"/>
                  </a:ext>
                </a:extLst>
              </p14:cNvPr>
              <p14:cNvContentPartPr/>
              <p14:nvPr/>
            </p14:nvContentPartPr>
            <p14:xfrm>
              <a:off x="3964560" y="2009505"/>
              <a:ext cx="418320" cy="381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7A05740-004F-A02E-6BBE-D14C7B640F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28920" y="1973505"/>
                <a:ext cx="48996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D9E95E0-B27D-A16E-A5C4-0AE2FBC9914C}"/>
                  </a:ext>
                </a:extLst>
              </p14:cNvPr>
              <p14:cNvContentPartPr/>
              <p14:nvPr/>
            </p14:nvContentPartPr>
            <p14:xfrm>
              <a:off x="2692320" y="2179785"/>
              <a:ext cx="945000" cy="297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D9E95E0-B27D-A16E-A5C4-0AE2FBC9914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29320" y="2116785"/>
                <a:ext cx="107064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25E80FF-1D7B-922A-7EB4-30E6A8E9880C}"/>
                  </a:ext>
                </a:extLst>
              </p14:cNvPr>
              <p14:cNvContentPartPr/>
              <p14:nvPr/>
            </p14:nvContentPartPr>
            <p14:xfrm>
              <a:off x="3999480" y="2028225"/>
              <a:ext cx="4807800" cy="420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25E80FF-1D7B-922A-7EB4-30E6A8E988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6480" y="1965585"/>
                <a:ext cx="493344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4C2338B-DE33-4902-5F97-344C96D6E9AB}"/>
                  </a:ext>
                </a:extLst>
              </p14:cNvPr>
              <p14:cNvContentPartPr/>
              <p14:nvPr/>
            </p14:nvContentPartPr>
            <p14:xfrm>
              <a:off x="5762400" y="3518625"/>
              <a:ext cx="234720" cy="519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4C2338B-DE33-4902-5F97-344C96D6E9A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99760" y="3455625"/>
                <a:ext cx="360360" cy="64548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FD1F4A4-3307-CE74-4A36-827EAC1256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3445" y="457781"/>
            <a:ext cx="9550150" cy="193296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8B1029-774A-16EA-C57C-8CAF20E3F54F}"/>
              </a:ext>
            </a:extLst>
          </p:cNvPr>
          <p:cNvCxnSpPr>
            <a:cxnSpLocks/>
          </p:cNvCxnSpPr>
          <p:nvPr/>
        </p:nvCxnSpPr>
        <p:spPr>
          <a:xfrm>
            <a:off x="5774960" y="2238465"/>
            <a:ext cx="0" cy="1500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B303A3E-AC35-EBE2-F292-3637A20DCE28}"/>
              </a:ext>
            </a:extLst>
          </p:cNvPr>
          <p:cNvSpPr txBox="1"/>
          <p:nvPr/>
        </p:nvSpPr>
        <p:spPr>
          <a:xfrm>
            <a:off x="1596111" y="591194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Source Sans 3" panose="020B0303030403020204" pitchFamily="34" charset="0"/>
              </a:rPr>
              <a:t>Continuous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F5974F3-0169-CADD-B8C0-359DDF6E8B1F}"/>
              </a:ext>
            </a:extLst>
          </p:cNvPr>
          <p:cNvGrpSpPr/>
          <p:nvPr/>
        </p:nvGrpSpPr>
        <p:grpSpPr>
          <a:xfrm>
            <a:off x="1557125" y="3617634"/>
            <a:ext cx="8879989" cy="2595394"/>
            <a:chOff x="1557125" y="3804825"/>
            <a:chExt cx="8879989" cy="2595394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1FFE44-293A-D0EC-0EDF-ADCABF3167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8475" y="4794250"/>
              <a:ext cx="1397000" cy="400050"/>
            </a:xfrm>
            <a:prstGeom prst="line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973BE1B-1C20-43AB-1A8E-3A1E56CACBF0}"/>
                </a:ext>
              </a:extLst>
            </p:cNvPr>
            <p:cNvCxnSpPr>
              <a:cxnSpLocks/>
            </p:cNvCxnSpPr>
            <p:nvPr/>
          </p:nvCxnSpPr>
          <p:spPr>
            <a:xfrm>
              <a:off x="3167063" y="4795838"/>
              <a:ext cx="1409700" cy="566737"/>
            </a:xfrm>
            <a:prstGeom prst="line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5F57683-500D-10ED-03A4-14138A66B0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6763" y="4995863"/>
              <a:ext cx="1395412" cy="366712"/>
            </a:xfrm>
            <a:prstGeom prst="line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8D46F70-4E90-96CB-7736-93479395FE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75350" y="4991100"/>
              <a:ext cx="742950" cy="285750"/>
            </a:xfrm>
            <a:prstGeom prst="line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54B37C1-FC9A-8604-2524-DA74BEC82B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69250" y="4140200"/>
              <a:ext cx="793750" cy="400050"/>
            </a:xfrm>
            <a:prstGeom prst="line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8F22647-8C84-0CEB-AF57-5835899DBE66}"/>
                </a:ext>
              </a:extLst>
            </p:cNvPr>
            <p:cNvCxnSpPr>
              <a:cxnSpLocks/>
            </p:cNvCxnSpPr>
            <p:nvPr/>
          </p:nvCxnSpPr>
          <p:spPr>
            <a:xfrm>
              <a:off x="8763000" y="4137660"/>
              <a:ext cx="1432560" cy="1150620"/>
            </a:xfrm>
            <a:prstGeom prst="line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103CAB8-7398-B919-A067-BB3EA87DE8C8}"/>
                    </a:ext>
                  </a:extLst>
                </p14:cNvPr>
                <p14:cNvContentPartPr/>
                <p14:nvPr/>
              </p14:nvContentPartPr>
              <p14:xfrm>
                <a:off x="6038520" y="3804825"/>
                <a:ext cx="362520" cy="601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103CAB8-7398-B919-A067-BB3EA87DE8C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75520" y="3742185"/>
                  <a:ext cx="488160" cy="727200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28493E3-2606-459D-608B-17B7BB385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57125" y="5547120"/>
              <a:ext cx="8879989" cy="853099"/>
            </a:xfrm>
            <a:prstGeom prst="rect">
              <a:avLst/>
            </a:prstGeom>
          </p:spPr>
        </p:pic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80FAFC1-01BD-4913-F453-0414FD5C1FC3}"/>
                </a:ext>
              </a:extLst>
            </p:cNvPr>
            <p:cNvSpPr/>
            <p:nvPr/>
          </p:nvSpPr>
          <p:spPr>
            <a:xfrm>
              <a:off x="1691417" y="5110320"/>
              <a:ext cx="157375" cy="1573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62B8F91-8627-FC1D-6648-53844AF0B41C}"/>
                </a:ext>
              </a:extLst>
            </p:cNvPr>
            <p:cNvSpPr/>
            <p:nvPr/>
          </p:nvSpPr>
          <p:spPr>
            <a:xfrm>
              <a:off x="4496482" y="5280826"/>
              <a:ext cx="157375" cy="1573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EC21137-3DB3-B58E-8500-64F6C2E0D4CF}"/>
                </a:ext>
              </a:extLst>
            </p:cNvPr>
            <p:cNvSpPr/>
            <p:nvPr/>
          </p:nvSpPr>
          <p:spPr>
            <a:xfrm>
              <a:off x="5890716" y="4909635"/>
              <a:ext cx="157375" cy="1573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85A6A00-5070-FDCA-5E28-35B929A68252}"/>
                </a:ext>
              </a:extLst>
            </p:cNvPr>
            <p:cNvSpPr/>
            <p:nvPr/>
          </p:nvSpPr>
          <p:spPr>
            <a:xfrm>
              <a:off x="8679182" y="4049555"/>
              <a:ext cx="157375" cy="1573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B273A83-3D0E-C189-EB80-F7C364ECAD73}"/>
                </a:ext>
              </a:extLst>
            </p:cNvPr>
            <p:cNvSpPr/>
            <p:nvPr/>
          </p:nvSpPr>
          <p:spPr>
            <a:xfrm>
              <a:off x="3086132" y="4714105"/>
              <a:ext cx="157375" cy="1573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BB8A1C6-1751-DCBA-7D34-72E6A706169E}"/>
                </a:ext>
              </a:extLst>
            </p:cNvPr>
            <p:cNvSpPr/>
            <p:nvPr/>
          </p:nvSpPr>
          <p:spPr>
            <a:xfrm>
              <a:off x="10109631" y="5199346"/>
              <a:ext cx="157375" cy="1573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7CD32A85-A729-4476-FA6E-C251624A7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164669" y="4942268"/>
              <a:ext cx="432471" cy="184200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8E67787-3C51-543B-0C6F-21827E387B63}"/>
                </a:ext>
              </a:extLst>
            </p:cNvPr>
            <p:cNvSpPr txBox="1"/>
            <p:nvPr/>
          </p:nvSpPr>
          <p:spPr>
            <a:xfrm>
              <a:off x="1588560" y="3898692"/>
              <a:ext cx="10166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latin typeface="Source Sans 3" panose="020B0303030403020204" pitchFamily="34" charset="0"/>
                </a:rPr>
                <a:t>Discrete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33AAEA5-4445-D714-496C-282043834F96}"/>
                  </a:ext>
                </a:extLst>
              </p14:cNvPr>
              <p14:cNvContentPartPr/>
              <p14:nvPr/>
            </p14:nvContentPartPr>
            <p14:xfrm>
              <a:off x="10431240" y="631500"/>
              <a:ext cx="221400" cy="1443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33AAEA5-4445-D714-496C-282043834F9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368600" y="568500"/>
                <a:ext cx="3470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AD5F7514-029B-086C-CBAB-DD74189B893D}"/>
                  </a:ext>
                </a:extLst>
              </p14:cNvPr>
              <p14:cNvContentPartPr/>
              <p14:nvPr/>
            </p14:nvContentPartPr>
            <p14:xfrm>
              <a:off x="1378320" y="2102820"/>
              <a:ext cx="210240" cy="2523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AD5F7514-029B-086C-CBAB-DD74189B893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15320" y="2039820"/>
                <a:ext cx="33588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F8092A4-46E6-BCC1-E139-D9110A4467EC}"/>
                  </a:ext>
                </a:extLst>
              </p:cNvPr>
              <p:cNvSpPr txBox="1"/>
              <p:nvPr/>
            </p:nvSpPr>
            <p:spPr>
              <a:xfrm>
                <a:off x="1648079" y="2326467"/>
                <a:ext cx="401425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F8092A4-46E6-BCC1-E139-D9110A446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079" y="2326467"/>
                <a:ext cx="401425" cy="646331"/>
              </a:xfrm>
              <a:prstGeom prst="rect">
                <a:avLst/>
              </a:prstGeom>
              <a:blipFill>
                <a:blip r:embed="rId21"/>
                <a:stretch>
                  <a:fillRect l="-10606" r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53A39A5-568E-35DB-8A85-772AB196C374}"/>
                  </a:ext>
                </a:extLst>
              </p:cNvPr>
              <p:cNvSpPr txBox="1"/>
              <p:nvPr/>
            </p:nvSpPr>
            <p:spPr>
              <a:xfrm>
                <a:off x="9908918" y="777932"/>
                <a:ext cx="401425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53A39A5-568E-35DB-8A85-772AB196C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918" y="777932"/>
                <a:ext cx="401425" cy="646331"/>
              </a:xfrm>
              <a:prstGeom prst="rect">
                <a:avLst/>
              </a:prstGeom>
              <a:blipFill>
                <a:blip r:embed="rId22"/>
                <a:stretch>
                  <a:fillRect l="-13636" r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F57E6C3-3350-E7D6-E48E-497A86F88F00}"/>
                  </a:ext>
                </a:extLst>
              </p:cNvPr>
              <p:cNvSpPr txBox="1"/>
              <p:nvPr/>
            </p:nvSpPr>
            <p:spPr>
              <a:xfrm>
                <a:off x="1616304" y="4389638"/>
                <a:ext cx="401425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F57E6C3-3350-E7D6-E48E-497A86F88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304" y="4389638"/>
                <a:ext cx="401425" cy="646331"/>
              </a:xfrm>
              <a:prstGeom prst="rect">
                <a:avLst/>
              </a:prstGeom>
              <a:blipFill>
                <a:blip r:embed="rId23"/>
                <a:stretch>
                  <a:fillRect l="-10606" r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202D237-CCA2-95D9-F828-DBCBA316F280}"/>
                  </a:ext>
                </a:extLst>
              </p:cNvPr>
              <p:cNvSpPr txBox="1"/>
              <p:nvPr/>
            </p:nvSpPr>
            <p:spPr>
              <a:xfrm>
                <a:off x="2982876" y="4067305"/>
                <a:ext cx="401425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202D237-CCA2-95D9-F828-DBCBA316F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876" y="4067305"/>
                <a:ext cx="401425" cy="646331"/>
              </a:xfrm>
              <a:prstGeom prst="rect">
                <a:avLst/>
              </a:prstGeom>
              <a:blipFill>
                <a:blip r:embed="rId24"/>
                <a:stretch>
                  <a:fillRect l="-10606" r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E11C3A-EA3C-8198-E202-1B04920813C9}"/>
                  </a:ext>
                </a:extLst>
              </p:cNvPr>
              <p:cNvSpPr txBox="1"/>
              <p:nvPr/>
            </p:nvSpPr>
            <p:spPr>
              <a:xfrm>
                <a:off x="4409367" y="4567263"/>
                <a:ext cx="401425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E11C3A-EA3C-8198-E202-1B0492081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367" y="4567263"/>
                <a:ext cx="401425" cy="646331"/>
              </a:xfrm>
              <a:prstGeom prst="rect">
                <a:avLst/>
              </a:prstGeom>
              <a:blipFill>
                <a:blip r:embed="rId25"/>
                <a:stretch>
                  <a:fillRect l="-9091" r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1C0B6FE3-A9CB-A1DB-FCA1-D430195E3E9A}"/>
                  </a:ext>
                </a:extLst>
              </p:cNvPr>
              <p:cNvSpPr txBox="1"/>
              <p:nvPr/>
            </p:nvSpPr>
            <p:spPr>
              <a:xfrm>
                <a:off x="5818355" y="4189438"/>
                <a:ext cx="401425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1C0B6FE3-A9CB-A1DB-FCA1-D430195E3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355" y="4189438"/>
                <a:ext cx="401425" cy="646331"/>
              </a:xfrm>
              <a:prstGeom prst="rect">
                <a:avLst/>
              </a:prstGeom>
              <a:blipFill>
                <a:blip r:embed="rId26"/>
                <a:stretch>
                  <a:fillRect l="-9091" r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3CC1D2E8-51C9-F607-A81B-ED486CDCE7E2}"/>
                  </a:ext>
                </a:extLst>
              </p:cNvPr>
              <p:cNvSpPr txBox="1"/>
              <p:nvPr/>
            </p:nvSpPr>
            <p:spPr>
              <a:xfrm>
                <a:off x="8587232" y="3362098"/>
                <a:ext cx="401425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-1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3CC1D2E8-51C9-F607-A81B-ED486CDCE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232" y="3362098"/>
                <a:ext cx="401425" cy="646331"/>
              </a:xfrm>
              <a:prstGeom prst="rect">
                <a:avLst/>
              </a:prstGeom>
              <a:blipFill>
                <a:blip r:embed="rId27"/>
                <a:stretch>
                  <a:fillRect l="-19697" r="-5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3CE5AB9-924D-57A3-79BF-1ECEE38B26A4}"/>
                  </a:ext>
                </a:extLst>
              </p:cNvPr>
              <p:cNvSpPr txBox="1"/>
              <p:nvPr/>
            </p:nvSpPr>
            <p:spPr>
              <a:xfrm>
                <a:off x="9994847" y="4498590"/>
                <a:ext cx="401425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3CE5AB9-924D-57A3-79BF-1ECEE38B2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4847" y="4498590"/>
                <a:ext cx="401425" cy="646331"/>
              </a:xfrm>
              <a:prstGeom prst="rect">
                <a:avLst/>
              </a:prstGeom>
              <a:blipFill>
                <a:blip r:embed="rId28"/>
                <a:stretch>
                  <a:fillRect l="-13846" r="-138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4953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10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Source Sans 3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HEADLAND, ARCHIE G. (Student)</dc:creator>
  <cp:lastModifiedBy>HEADLAND, ARCHIE G. (Student)</cp:lastModifiedBy>
  <cp:revision>1</cp:revision>
  <dcterms:created xsi:type="dcterms:W3CDTF">2025-12-15T21:31:46Z</dcterms:created>
  <dcterms:modified xsi:type="dcterms:W3CDTF">2025-12-16T00:48:26Z</dcterms:modified>
</cp:coreProperties>
</file>